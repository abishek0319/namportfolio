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notesMasterIdLst>
    <p:notesMasterId r:id="rId13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480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4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104870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0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0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0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12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38600" y="857250"/>
            <a:ext cx="4114800" cy="2314575"/>
          </a:xfrm>
        </p:spPr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5060" y="5052546"/>
            <a:ext cx="7516013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0109" y="3132290"/>
            <a:ext cx="9567135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10927" y="2172648"/>
            <a:ext cx="7955555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6584" y="4607511"/>
            <a:ext cx="7960659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523999" y="731519"/>
            <a:ext cx="4462272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731520"/>
            <a:ext cx="4462272" cy="34747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41929" y="1400327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6403" y="731520"/>
            <a:ext cx="4462272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1399032"/>
            <a:ext cx="4462272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8794" y="2209801"/>
            <a:ext cx="4848113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4688" y="731520"/>
            <a:ext cx="5356113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4354" y="3497802"/>
            <a:ext cx="4518213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12192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66900" y="1143000"/>
            <a:ext cx="54864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0516" y="1010486"/>
            <a:ext cx="4925485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9691" y="4464421"/>
            <a:ext cx="8511384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40000" y="731519"/>
            <a:ext cx="8534400" cy="347472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8344" y="376518"/>
            <a:ext cx="27432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32151" y="731520"/>
            <a:ext cx="6439049" cy="489472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12192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12192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12192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91053" y="4372168"/>
            <a:ext cx="8683348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732260"/>
            <a:ext cx="85344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72201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172201"/>
            <a:ext cx="44704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0000" y="6172201"/>
            <a:ext cx="2438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lang="en-IN" spc="10" smtClean="0"/>
              <a:t>‹#›</a:t>
            </a:fld>
            <a:endParaRPr lang="en-IN"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iming>
    <p:tnLst>
      <p:par>
        <p:cTn id="1" dur="indefinite" restart="never" nodeType="tmRoot"/>
      </p:par>
    </p:tnLst>
  </p:timing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object 11"/>
          <p:cNvSpPr txBox="1">
            <a:spLocks noGrp="1"/>
          </p:cNvSpPr>
          <p:nvPr>
            <p:ph type="sldNum" sz="quarter" idx="12"/>
          </p:nvPr>
        </p:nvSpPr>
        <p:spPr>
          <a:xfrm>
            <a:off x="5080000" y="6258908"/>
            <a:ext cx="2438400" cy="1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048600" name="object 7"/>
          <p:cNvSpPr txBox="1">
            <a:spLocks noGrp="1"/>
          </p:cNvSpPr>
          <p:nvPr>
            <p:ph type="ctrTitle"/>
          </p:nvPr>
        </p:nvSpPr>
        <p:spPr>
          <a:xfrm>
            <a:off x="304800" y="152403"/>
            <a:ext cx="7629525" cy="204799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 algn="ctr">
              <a:spcBef>
                <a:spcPts val="130"/>
              </a:spcBef>
            </a:pPr>
            <a:r>
              <a:rPr lang="en-US" sz="4400" b="0" spc="300" dirty="0" smtClean="0">
                <a:solidFill>
                  <a:srgbClr val="0F0F0F"/>
                </a:solidFill>
                <a:latin typeface="Arial Black" pitchFamily="34" charset="0"/>
                <a:cs typeface="Times New Roman" panose="02020603050405020304" pitchFamily="18" charset="0"/>
              </a:rPr>
              <a:t>DIGITAL PORTFOLIO </a:t>
            </a:r>
            <a:r>
              <a:rPr lang="en-US" sz="4400" b="0" spc="300" dirty="0" smtClean="0">
                <a:solidFill>
                  <a:srgbClr val="0F0F0F"/>
                </a:solidFill>
                <a:latin typeface="Arial Black" pitchFamily="34" charset="0"/>
              </a:rPr>
              <a:t/>
            </a:r>
            <a:br>
              <a:rPr lang="en-US" sz="4400" b="0" spc="300" dirty="0" smtClean="0">
                <a:solidFill>
                  <a:srgbClr val="0F0F0F"/>
                </a:solidFill>
                <a:latin typeface="Arial Black" pitchFamily="34" charset="0"/>
              </a:rPr>
            </a:br>
            <a:endParaRPr lang="en-US" sz="4400" b="0" spc="300" dirty="0">
              <a:latin typeface="Arial Black" pitchFamily="34" charset="0"/>
            </a:endParaRPr>
          </a:p>
        </p:txBody>
      </p:sp>
      <p:sp>
        <p:nvSpPr>
          <p:cNvPr id="1048602" name="TextBox 13"/>
          <p:cNvSpPr txBox="1"/>
          <p:nvPr/>
        </p:nvSpPr>
        <p:spPr>
          <a:xfrm>
            <a:off x="1600199" y="2654474"/>
            <a:ext cx="9412543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latin typeface="Baskerville Old Face" pitchFamily="18" charset="0"/>
              </a:rPr>
              <a:t>STUDENT NAME:  </a:t>
            </a:r>
            <a:r>
              <a:rPr lang="en-US" sz="2400" dirty="0" smtClean="0">
                <a:latin typeface="Baskerville Old Face" pitchFamily="18" charset="0"/>
              </a:rPr>
              <a:t>ABISHEK S</a:t>
            </a:r>
          </a:p>
          <a:p>
            <a:endParaRPr lang="en-US" sz="2400" dirty="0" smtClean="0">
              <a:latin typeface="Baskerville Old Face" pitchFamily="18" charset="0"/>
            </a:endParaRPr>
          </a:p>
          <a:p>
            <a:r>
              <a:rPr lang="en-US" sz="2400" dirty="0" smtClean="0">
                <a:latin typeface="Baskerville Old Face" pitchFamily="18" charset="0"/>
              </a:rPr>
              <a:t>REGISTER </a:t>
            </a:r>
            <a:r>
              <a:rPr lang="en-US" sz="2400" dirty="0">
                <a:latin typeface="Baskerville Old Face" pitchFamily="18" charset="0"/>
              </a:rPr>
              <a:t>NO AND NMID: </a:t>
            </a:r>
            <a:r>
              <a:rPr lang="en-US" sz="2400" dirty="0" smtClean="0">
                <a:latin typeface="Baskerville Old Face" pitchFamily="18" charset="0"/>
              </a:rPr>
              <a:t>2422K1614 </a:t>
            </a:r>
            <a:r>
              <a:rPr lang="en-US" sz="2400" dirty="0">
                <a:latin typeface="Baskerville Old Face" pitchFamily="18" charset="0"/>
              </a:rPr>
              <a:t>/ </a:t>
            </a:r>
            <a:r>
              <a:rPr lang="en-US" sz="2400" dirty="0" smtClean="0">
                <a:latin typeface="Baskerville Old Face" pitchFamily="18" charset="0"/>
              </a:rPr>
              <a:t>asbru262422k1614</a:t>
            </a:r>
          </a:p>
          <a:p>
            <a:endParaRPr lang="en-US" sz="2400" dirty="0" smtClean="0">
              <a:latin typeface="Baskerville Old Face" pitchFamily="18" charset="0"/>
            </a:endParaRPr>
          </a:p>
          <a:p>
            <a:r>
              <a:rPr lang="en-US" sz="2400" dirty="0" smtClean="0">
                <a:latin typeface="Baskerville Old Face" pitchFamily="18" charset="0"/>
              </a:rPr>
              <a:t>DEPARTMENT</a:t>
            </a:r>
            <a:r>
              <a:rPr lang="en-US" sz="2400" dirty="0">
                <a:latin typeface="Baskerville Old Face" pitchFamily="18" charset="0"/>
              </a:rPr>
              <a:t>: BSC(COMPUTER SCIENCE</a:t>
            </a:r>
            <a:r>
              <a:rPr lang="en-US" sz="2400" dirty="0" smtClean="0">
                <a:latin typeface="Baskerville Old Face" pitchFamily="18" charset="0"/>
              </a:rPr>
              <a:t>)</a:t>
            </a:r>
          </a:p>
          <a:p>
            <a:endParaRPr lang="en-US" sz="2400" dirty="0">
              <a:latin typeface="Baskerville Old Face" pitchFamily="18" charset="0"/>
              <a:cs typeface="Calibri"/>
            </a:endParaRPr>
          </a:p>
          <a:p>
            <a:r>
              <a:rPr lang="en-US" sz="2400" dirty="0">
                <a:latin typeface="Baskerville Old Face" pitchFamily="18" charset="0"/>
              </a:rPr>
              <a:t>COLLEGE:  </a:t>
            </a:r>
            <a:r>
              <a:rPr lang="en-US" sz="2400" dirty="0" smtClean="0">
                <a:latin typeface="Baskerville Old Face" pitchFamily="18" charset="0"/>
              </a:rPr>
              <a:t>SNMV COLLEGE</a:t>
            </a:r>
            <a:r>
              <a:rPr lang="en-US" sz="2400" dirty="0" smtClean="0"/>
              <a:t> </a:t>
            </a:r>
            <a:endParaRPr lang="en-US" sz="2400" dirty="0"/>
          </a:p>
          <a:p>
            <a:r>
              <a:rPr lang="en-US" sz="2400" dirty="0"/>
              <a:t>           </a:t>
            </a: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object 17"/>
          <p:cNvSpPr txBox="1">
            <a:spLocks noGrp="1"/>
          </p:cNvSpPr>
          <p:nvPr>
            <p:ph type="title"/>
          </p:nvPr>
        </p:nvSpPr>
        <p:spPr>
          <a:xfrm>
            <a:off x="173105" y="914400"/>
            <a:ext cx="5956298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 dirty="0"/>
          </a:p>
        </p:txBody>
      </p:sp>
      <p:sp>
        <p:nvSpPr>
          <p:cNvPr id="1048625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5080000" y="6258908"/>
            <a:ext cx="2438400" cy="1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grpSp>
        <p:nvGrpSpPr>
          <p:cNvPr id="27" name="object 18"/>
          <p:cNvGrpSpPr/>
          <p:nvPr/>
        </p:nvGrpSpPr>
        <p:grpSpPr>
          <a:xfrm>
            <a:off x="466728" y="6410329"/>
            <a:ext cx="3705225" cy="295275"/>
            <a:chOff x="466725" y="6410325"/>
            <a:chExt cx="3705225" cy="295275"/>
          </a:xfrm>
        </p:grpSpPr>
        <p:pic>
          <p:nvPicPr>
            <p:cNvPr id="2097153" name="object 19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97154" name="object 20"/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1048626" name="TextBox 20"/>
          <p:cNvSpPr txBox="1"/>
          <p:nvPr/>
        </p:nvSpPr>
        <p:spPr>
          <a:xfrm>
            <a:off x="676278" y="2438400"/>
            <a:ext cx="782008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Naan Mudhalvan Student Portal – Registration &amp; Login System</a:t>
            </a:r>
          </a:p>
          <a:p>
            <a:endParaRPr lang="en-IN" sz="4400" b="1" dirty="0"/>
          </a:p>
        </p:txBody>
      </p:sp>
      <p:sp>
        <p:nvSpPr>
          <p:cNvPr id="6" name="Flowchart: Collate 5"/>
          <p:cNvSpPr/>
          <p:nvPr/>
        </p:nvSpPr>
        <p:spPr>
          <a:xfrm>
            <a:off x="8229599" y="1569"/>
            <a:ext cx="3974289" cy="6858001"/>
          </a:xfrm>
          <a:prstGeom prst="flowChartCollat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object 20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" y="2396784"/>
            <a:ext cx="1733550" cy="3009898"/>
          </a:xfrm>
          <a:prstGeom prst="rect">
            <a:avLst/>
          </a:prstGeom>
        </p:spPr>
      </p:pic>
      <p:sp>
        <p:nvSpPr>
          <p:cNvPr id="1048641" name="object 21"/>
          <p:cNvSpPr txBox="1">
            <a:spLocks noGrp="1"/>
          </p:cNvSpPr>
          <p:nvPr>
            <p:ph type="title"/>
          </p:nvPr>
        </p:nvSpPr>
        <p:spPr>
          <a:xfrm>
            <a:off x="739777" y="445392"/>
            <a:ext cx="2994025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 smtClean="0"/>
              <a:t>A</a:t>
            </a:r>
            <a:r>
              <a:rPr spc="-5" dirty="0" smtClean="0"/>
              <a:t>G</a:t>
            </a:r>
            <a:r>
              <a:rPr spc="-35" dirty="0" smtClean="0"/>
              <a:t>E</a:t>
            </a:r>
            <a:r>
              <a:rPr spc="15" dirty="0" smtClean="0"/>
              <a:t>N</a:t>
            </a:r>
            <a:r>
              <a:rPr lang="en-US" dirty="0"/>
              <a:t>D</a:t>
            </a:r>
            <a:r>
              <a:rPr dirty="0" smtClean="0"/>
              <a:t>A</a:t>
            </a:r>
            <a:endParaRPr dirty="0"/>
          </a:p>
        </p:txBody>
      </p:sp>
      <p:sp>
        <p:nvSpPr>
          <p:cNvPr id="1048642" name="object 22"/>
          <p:cNvSpPr txBox="1">
            <a:spLocks noGrp="1"/>
          </p:cNvSpPr>
          <p:nvPr>
            <p:ph type="sldNum" sz="quarter" idx="12"/>
          </p:nvPr>
        </p:nvSpPr>
        <p:spPr>
          <a:xfrm>
            <a:off x="5080000" y="6258908"/>
            <a:ext cx="2438400" cy="1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1048643" name="TextBox 22"/>
          <p:cNvSpPr txBox="1"/>
          <p:nvPr/>
        </p:nvSpPr>
        <p:spPr>
          <a:xfrm>
            <a:off x="2695578" y="1997329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Portfolio design and Layout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and Functionality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Screenshots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algn="l">
              <a:buFont typeface="+mj-lt"/>
              <a:buAutoNum type="arabicPeriod"/>
            </a:pPr>
            <a:r>
              <a:rPr lang="en-US" sz="28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8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</a:t>
            </a: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lowchart: Collate 2"/>
          <p:cNvSpPr/>
          <p:nvPr/>
        </p:nvSpPr>
        <p:spPr>
          <a:xfrm>
            <a:off x="8382000" y="0"/>
            <a:ext cx="3810000" cy="6858000"/>
          </a:xfrm>
          <a:prstGeom prst="flowChartCollate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object 7"/>
          <p:cNvSpPr txBox="1">
            <a:spLocks noGrp="1"/>
          </p:cNvSpPr>
          <p:nvPr>
            <p:ph type="title"/>
          </p:nvPr>
        </p:nvSpPr>
        <p:spPr>
          <a:xfrm>
            <a:off x="-2057400" y="533400"/>
            <a:ext cx="8575917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lang="en-US" sz="4250" dirty="0" smtClean="0"/>
              <a:t>PROBLEM STATEMENT</a:t>
            </a:r>
            <a:endParaRPr sz="4250" dirty="0"/>
          </a:p>
        </p:txBody>
      </p:sp>
      <p:sp>
        <p:nvSpPr>
          <p:cNvPr id="1048648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5080000" y="6258908"/>
            <a:ext cx="2438400" cy="1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1048649" name="TextBox 8"/>
          <p:cNvSpPr txBox="1"/>
          <p:nvPr/>
        </p:nvSpPr>
        <p:spPr>
          <a:xfrm>
            <a:off x="844511" y="1837067"/>
            <a:ext cx="715740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Students need a simple portal to register, login, and manage access to their accounts. Existing solutions are either complex or require databases. This project solves the problem by creating a basic student portal using HTML, CSS, and JavaScript, with local storage for data handling.</a:t>
            </a:r>
          </a:p>
          <a:p>
            <a:endParaRPr lang="en-IN" sz="32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4609578" y="2974931"/>
                <a:ext cx="4267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/>
                        </a:rPr>
                        <m:t>≜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9578" y="2974931"/>
                <a:ext cx="426719" cy="369332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 descr="C:\Program Files\Microsoft Office\MEDIA\CAGCAT10\j0300520.gif"/>
          <p:cNvPicPr>
            <a:picLocks noChangeAspect="1" noChangeArrowheads="1" noCrop="1"/>
          </p:cNvPicPr>
          <p:nvPr/>
        </p:nvPicPr>
        <p:blipFill>
          <a:blip r:embed="rId3">
            <a:biLevel thresh="2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00000"/>
                    </a14:imgEffect>
                    <a14:imgEffect>
                      <a14:colorTemperature colorTemp="7000"/>
                    </a14:imgEffect>
                    <a14:imgEffect>
                      <a14:saturation sat="33000"/>
                    </a14:imgEffect>
                    <a14:imgEffect>
                      <a14:brightnessContrast bright="-41000" contrast="-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2981" y="2362200"/>
            <a:ext cx="3048000" cy="262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object 2"/>
          <p:cNvGrpSpPr/>
          <p:nvPr/>
        </p:nvGrpSpPr>
        <p:grpSpPr>
          <a:xfrm>
            <a:off x="8658227" y="2647950"/>
            <a:ext cx="3533775" cy="3810000"/>
            <a:chOff x="8658225" y="2647950"/>
            <a:chExt cx="3533775" cy="3810000"/>
          </a:xfrm>
        </p:grpSpPr>
        <p:sp>
          <p:nvSpPr>
            <p:cNvPr id="1048650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8651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97160" name="object 5"/>
            <p:cNvPicPr>
              <a:picLocks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1048653" name="object 7"/>
          <p:cNvSpPr txBox="1">
            <a:spLocks noGrp="1"/>
          </p:cNvSpPr>
          <p:nvPr>
            <p:ph type="title"/>
          </p:nvPr>
        </p:nvSpPr>
        <p:spPr>
          <a:xfrm>
            <a:off x="685800" y="304800"/>
            <a:ext cx="526351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 dirty="0"/>
          </a:p>
        </p:txBody>
      </p:sp>
      <p:sp>
        <p:nvSpPr>
          <p:cNvPr id="1048654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5080000" y="6258908"/>
            <a:ext cx="2438400" cy="1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1048655" name="TextBox 10"/>
          <p:cNvSpPr txBox="1"/>
          <p:nvPr/>
        </p:nvSpPr>
        <p:spPr>
          <a:xfrm>
            <a:off x="762000" y="1354493"/>
            <a:ext cx="7239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The Naan Mudhalvan Student Portal is a simple web application that allows students to register, log in, and log out using HTML, CSS, and JavaScript. User data is stored in the browser’s local storage, and a personalized welcome message is shown after login. The project demonstrates basic portal functionality with a clean and responsive design.</a:t>
            </a:r>
            <a:endParaRPr lang="en-IN" sz="32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object 5"/>
          <p:cNvSpPr txBox="1">
            <a:spLocks noGrp="1"/>
          </p:cNvSpPr>
          <p:nvPr>
            <p:ph type="title"/>
          </p:nvPr>
        </p:nvSpPr>
        <p:spPr>
          <a:xfrm>
            <a:off x="699453" y="891793"/>
            <a:ext cx="6234747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 dirty="0"/>
          </a:p>
        </p:txBody>
      </p:sp>
      <p:sp>
        <p:nvSpPr>
          <p:cNvPr id="1048660" name="object 8"/>
          <p:cNvSpPr txBox="1">
            <a:spLocks noGrp="1"/>
          </p:cNvSpPr>
          <p:nvPr>
            <p:ph type="sldNum" sz="quarter" idx="12"/>
          </p:nvPr>
        </p:nvSpPr>
        <p:spPr>
          <a:xfrm>
            <a:off x="5080000" y="6258908"/>
            <a:ext cx="2438400" cy="1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1048661" name="TextBox 10"/>
          <p:cNvSpPr txBox="1"/>
          <p:nvPr/>
        </p:nvSpPr>
        <p:spPr>
          <a:xfrm>
            <a:off x="838200" y="2743200"/>
            <a:ext cx="7391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 Students (who register and log in)</a:t>
            </a:r>
          </a:p>
          <a:p>
            <a:r>
              <a:rPr lang="en-IN" sz="3200" b="1" dirty="0"/>
              <a:t> Teachers/Trainers (to verify demo)</a:t>
            </a:r>
          </a:p>
          <a:p>
            <a:r>
              <a:rPr lang="en-IN" sz="3200" b="1" dirty="0"/>
              <a:t> Admins (to check student project submission)</a:t>
            </a:r>
          </a:p>
        </p:txBody>
      </p:sp>
      <p:pic>
        <p:nvPicPr>
          <p:cNvPr id="2050" name="Picture 2" descr="C:\Program Files\Microsoft Office\MEDIA\CAGCAT10\j0234131.wmf"/>
          <p:cNvPicPr>
            <a:picLocks noChangeAspect="1" noChangeArrowheads="1"/>
          </p:cNvPicPr>
          <p:nvPr/>
        </p:nvPicPr>
        <p:blipFill>
          <a:blip r:embed="rId2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1447800"/>
            <a:ext cx="3048000" cy="32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C:\Program Files\Microsoft Office\MEDIA\CAGCAT10\j0234131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1564154"/>
            <a:ext cx="3048000" cy="324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object 2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" y="1476379"/>
            <a:ext cx="2695575" cy="3248025"/>
          </a:xfrm>
          <a:prstGeom prst="rect">
            <a:avLst/>
          </a:prstGeom>
        </p:spPr>
      </p:pic>
      <p:sp>
        <p:nvSpPr>
          <p:cNvPr id="1048665" name="object 6"/>
          <p:cNvSpPr txBox="1">
            <a:spLocks noGrp="1"/>
          </p:cNvSpPr>
          <p:nvPr>
            <p:ph type="title"/>
          </p:nvPr>
        </p:nvSpPr>
        <p:spPr>
          <a:xfrm>
            <a:off x="558167" y="857889"/>
            <a:ext cx="97631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3600" spc="10" dirty="0"/>
              <a:t>TOOLS AND TECHNIQUES</a:t>
            </a:r>
            <a:endParaRPr sz="3600" dirty="0"/>
          </a:p>
        </p:txBody>
      </p:sp>
      <p:sp>
        <p:nvSpPr>
          <p:cNvPr id="1048666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5080000" y="6258908"/>
            <a:ext cx="2438400" cy="19171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1048667" name="TextBox 10"/>
          <p:cNvSpPr txBox="1"/>
          <p:nvPr/>
        </p:nvSpPr>
        <p:spPr>
          <a:xfrm>
            <a:off x="3200402" y="2362202"/>
            <a:ext cx="61531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HTML – structure of the </a:t>
            </a:r>
            <a:r>
              <a:rPr lang="en-IN" sz="2800" b="1" dirty="0" err="1"/>
              <a:t>portalCSS</a:t>
            </a:r>
            <a:r>
              <a:rPr lang="en-IN" sz="2800" b="1" dirty="0"/>
              <a:t> – design &amp; layout (form styling, </a:t>
            </a:r>
            <a:r>
              <a:rPr lang="en-IN" sz="2800" b="1" dirty="0" err="1"/>
              <a:t>colors</a:t>
            </a:r>
            <a:r>
              <a:rPr lang="en-IN" sz="2800" b="1" dirty="0"/>
              <a:t>, etc.)JavaScript – logic for register, login, </a:t>
            </a:r>
            <a:r>
              <a:rPr lang="en-IN" sz="2800" b="1" dirty="0" err="1"/>
              <a:t>logoutLocal</a:t>
            </a:r>
            <a:r>
              <a:rPr lang="en-IN" sz="2800" b="1" dirty="0"/>
              <a:t> Storage – to store user data </a:t>
            </a:r>
            <a:r>
              <a:rPr lang="en-IN" sz="2800" b="1" dirty="0" err="1"/>
              <a:t>temporarilyVS</a:t>
            </a:r>
            <a:r>
              <a:rPr lang="en-IN" sz="2800" b="1" dirty="0"/>
              <a:t> Code – coding </a:t>
            </a:r>
            <a:r>
              <a:rPr lang="en-IN" sz="2800" b="1" dirty="0" err="1"/>
              <a:t>editorBrowser</a:t>
            </a:r>
            <a:r>
              <a:rPr lang="en-IN" sz="2800" b="1" dirty="0"/>
              <a:t> – to run the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object 9"/>
          <p:cNvSpPr txBox="1"/>
          <p:nvPr/>
        </p:nvSpPr>
        <p:spPr>
          <a:xfrm>
            <a:off x="11277219" y="6473337"/>
            <a:ext cx="228600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8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70" name="object 8"/>
          <p:cNvSpPr txBox="1"/>
          <p:nvPr/>
        </p:nvSpPr>
        <p:spPr>
          <a:xfrm>
            <a:off x="2133600" y="309440"/>
            <a:ext cx="8794751" cy="6290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sz="4000" b="1" spc="15" dirty="0">
                <a:latin typeface="Trebuchet MS"/>
                <a:cs typeface="Trebuchet MS"/>
              </a:rPr>
              <a:t>POTFOLIO DESIGN AND LAYOUT</a:t>
            </a:r>
            <a:endParaRPr sz="4000" dirty="0">
              <a:latin typeface="Trebuchet MS"/>
              <a:cs typeface="Trebuchet MS"/>
            </a:endParaRPr>
          </a:p>
        </p:txBody>
      </p:sp>
      <p:sp>
        <p:nvSpPr>
          <p:cNvPr id="1048672" name="TextBox 2"/>
          <p:cNvSpPr txBox="1"/>
          <p:nvPr/>
        </p:nvSpPr>
        <p:spPr>
          <a:xfrm>
            <a:off x="2106460" y="1371600"/>
            <a:ext cx="8341020" cy="4321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container box at the </a:t>
            </a:r>
            <a:r>
              <a:rPr lang="en-IN" sz="32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center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Register Form (Name, Email, Password)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Login Form (Email, Password)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Welcome Page after login with logout option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Gradient background and rounded form box design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0" y="381000"/>
            <a:ext cx="10681335" cy="800100"/>
          </a:xfrm>
        </p:spPr>
        <p:txBody>
          <a:bodyPr/>
          <a:lstStyle/>
          <a:p>
            <a:r>
              <a:rPr lang="en-IN" dirty="0"/>
              <a:t>FEATURES AND FUNCTIONALITY</a:t>
            </a:r>
          </a:p>
        </p:txBody>
      </p:sp>
      <p:sp>
        <p:nvSpPr>
          <p:cNvPr id="1048674" name="TextBox 3"/>
          <p:cNvSpPr txBox="1"/>
          <p:nvPr/>
        </p:nvSpPr>
        <p:spPr>
          <a:xfrm>
            <a:off x="1840282" y="1905000"/>
            <a:ext cx="844671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Baskerville Old Face" pitchFamily="18" charset="0"/>
              </a:rPr>
              <a:t>✅ User Registration with Name, Email, Password</a:t>
            </a:r>
          </a:p>
          <a:p>
            <a:r>
              <a:rPr lang="en-IN" sz="3600" b="1" dirty="0">
                <a:latin typeface="Baskerville Old Face" pitchFamily="18" charset="0"/>
              </a:rPr>
              <a:t>✅ Login system with validation</a:t>
            </a:r>
          </a:p>
          <a:p>
            <a:r>
              <a:rPr lang="en-IN" sz="3600" b="1" dirty="0">
                <a:latin typeface="Baskerville Old Face" pitchFamily="18" charset="0"/>
              </a:rPr>
              <a:t>✅ Welcome message after login</a:t>
            </a:r>
          </a:p>
          <a:p>
            <a:r>
              <a:rPr lang="en-IN" sz="3600" b="1" dirty="0">
                <a:latin typeface="Baskerville Old Face" pitchFamily="18" charset="0"/>
              </a:rPr>
              <a:t>✅ Logout option to return to login form</a:t>
            </a:r>
          </a:p>
          <a:p>
            <a:r>
              <a:rPr lang="en-IN" sz="3600" b="1" dirty="0">
                <a:latin typeface="Baskerville Old Face" pitchFamily="18" charset="0"/>
              </a:rPr>
              <a:t>✅ Stylish layout using CSS</a:t>
            </a:r>
          </a:p>
          <a:p>
            <a:r>
              <a:rPr lang="en-IN" sz="3600" b="1" dirty="0">
                <a:latin typeface="Baskerville Old Face" pitchFamily="18" charset="0"/>
              </a:rPr>
              <a:t>✅ Uses </a:t>
            </a:r>
            <a:r>
              <a:rPr lang="en-IN" sz="3600" b="1" dirty="0" err="1">
                <a:latin typeface="Baskerville Old Face" pitchFamily="18" charset="0"/>
              </a:rPr>
              <a:t>localStorage</a:t>
            </a:r>
            <a:r>
              <a:rPr lang="en-IN" sz="3600" b="1" dirty="0">
                <a:latin typeface="Baskerville Old Face" pitchFamily="18" charset="0"/>
              </a:rPr>
              <a:t> instead of </a:t>
            </a:r>
            <a:r>
              <a:rPr lang="en-IN" sz="3600" b="1" dirty="0" smtClean="0">
                <a:latin typeface="Baskerville Old Face" pitchFamily="18" charset="0"/>
              </a:rPr>
              <a:t>external DB</a:t>
            </a:r>
            <a:endParaRPr lang="en-IN" sz="3600" b="1" dirty="0">
              <a:latin typeface="Baskerville Old Face" pitchFamily="18" charset="0"/>
            </a:endParaRPr>
          </a:p>
          <a:p>
            <a:r>
              <a:rPr lang="en-IN" sz="3600" b="1" dirty="0"/>
              <a:t> </a:t>
            </a:r>
          </a:p>
          <a:p>
            <a:endParaRPr lang="en-IN" sz="3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object 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2057400"/>
            <a:ext cx="2466975" cy="3419475"/>
          </a:xfrm>
          <a:prstGeom prst="rect">
            <a:avLst/>
          </a:prstGeom>
        </p:spPr>
      </p:pic>
      <p:sp>
        <p:nvSpPr>
          <p:cNvPr id="1048679" name="object 7"/>
          <p:cNvSpPr txBox="1">
            <a:spLocks noGrp="1"/>
          </p:cNvSpPr>
          <p:nvPr>
            <p:ph type="title"/>
          </p:nvPr>
        </p:nvSpPr>
        <p:spPr>
          <a:xfrm>
            <a:off x="739778" y="654939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4250" spc="15" dirty="0"/>
              <a:t>RESULTS AND SCREENSHOTS</a:t>
            </a:r>
            <a:endParaRPr sz="4250" dirty="0"/>
          </a:p>
        </p:txBody>
      </p:sp>
      <p:sp>
        <p:nvSpPr>
          <p:cNvPr id="1048680" name="object 8"/>
          <p:cNvSpPr txBox="1"/>
          <p:nvPr/>
        </p:nvSpPr>
        <p:spPr>
          <a:xfrm>
            <a:off x="11277219" y="6473339"/>
            <a:ext cx="228600" cy="17633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1048681" name="TextBox 8"/>
          <p:cNvSpPr txBox="1"/>
          <p:nvPr/>
        </p:nvSpPr>
        <p:spPr>
          <a:xfrm>
            <a:off x="2526032" y="2514600"/>
            <a:ext cx="853401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28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2" name="TextBox 9"/>
          <p:cNvSpPr txBox="1"/>
          <p:nvPr/>
        </p:nvSpPr>
        <p:spPr>
          <a:xfrm>
            <a:off x="2971800" y="1981200"/>
            <a:ext cx="6096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Students can register, login, and view a welcome message successfully.</a:t>
            </a:r>
          </a:p>
          <a:p>
            <a:r>
              <a:rPr lang="en-IN" sz="2800" b="1" dirty="0"/>
              <a:t> </a:t>
            </a:r>
          </a:p>
          <a:p>
            <a:r>
              <a:rPr lang="en-IN" sz="2800" b="1" dirty="0"/>
              <a:t>Smooth navigation between Register → Login → Welcome → Logout.</a:t>
            </a:r>
          </a:p>
          <a:p>
            <a:r>
              <a:rPr lang="en-IN" sz="2800" b="1" dirty="0"/>
              <a:t> </a:t>
            </a:r>
          </a:p>
          <a:p>
            <a:endParaRPr lang="en-IN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object 7"/>
          <p:cNvSpPr txBox="1">
            <a:spLocks noGrp="1"/>
          </p:cNvSpPr>
          <p:nvPr>
            <p:ph type="title"/>
          </p:nvPr>
        </p:nvSpPr>
        <p:spPr>
          <a:xfrm>
            <a:off x="755334" y="385448"/>
            <a:ext cx="4578668" cy="721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 dirty="0"/>
              <a:t>CONCLUSION</a:t>
            </a:r>
            <a:endParaRPr dirty="0"/>
          </a:p>
        </p:txBody>
      </p:sp>
      <p:sp>
        <p:nvSpPr>
          <p:cNvPr id="1048688" name="TextBox 1"/>
          <p:cNvSpPr txBox="1"/>
          <p:nvPr/>
        </p:nvSpPr>
        <p:spPr>
          <a:xfrm>
            <a:off x="838200" y="1905000"/>
            <a:ext cx="76266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/>
              <a:t>This project demonstrates the basic functionality of a student portal with registration and login. It is useful for beginners to understand HTML, CSS, and JavaScript integration. Future improvements can include connecting with a real database (MySQL / Firebase) and adding more features like password reset and admin dashboard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45</TotalTime>
  <Words>404</Words>
  <Application>Microsoft Office PowerPoint</Application>
  <PresentationFormat>Custom</PresentationFormat>
  <Paragraphs>65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Slipstream</vt:lpstr>
      <vt:lpstr>DIGITAL PORTFOLIO  </vt:lpstr>
      <vt:lpstr>PROJECT TITLE</vt:lpstr>
      <vt:lpstr>AGENDA</vt:lpstr>
      <vt:lpstr>PROBLEM STATEMENT</vt:lpstr>
      <vt:lpstr>PROJECT OVERVIEW</vt:lpstr>
      <vt:lpstr>WHO ARE THE END USERS?</vt:lpstr>
      <vt:lpstr>TOOLS AND TECHNIQUES</vt:lpstr>
      <vt:lpstr>PowerPoint Presentation</vt:lpstr>
      <vt:lpstr>FEATURES AND FUNCTIONALITY</vt:lpstr>
      <vt:lpstr>RESULTS AND SCREENSHOTS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LENOVO</cp:lastModifiedBy>
  <cp:revision>7</cp:revision>
  <dcterms:created xsi:type="dcterms:W3CDTF">2024-03-28T17:07:22Z</dcterms:created>
  <dcterms:modified xsi:type="dcterms:W3CDTF">2025-08-31T18:06:53Z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  <property fmtid="{D5CDD505-2E9C-101B-9397-08002B2CF9AE}" pid="4" name="ICV">
    <vt:lpwstr>ee6959d3d4554bcdb72e7e1c3712b3fb</vt:lpwstr>
  </property>
</Properties>
</file>